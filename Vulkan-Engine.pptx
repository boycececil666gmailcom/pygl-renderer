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61" r:id="rId6"/>
    <p:sldId id="263" r:id="rId7"/>
    <p:sldId id="262" r:id="rId8"/>
    <p:sldId id="259" r:id="rId9"/>
    <p:sldId id="26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753728-179F-4E78-9FE1-83D61F8D11DC}" v="4" dt="2026-10-02T10:03:55.9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yrion Bao" userId="86a2b12e41226f78" providerId="LiveId" clId="{BE0B2CE4-1428-496C-ACE6-ADB1F60287EC}"/>
    <pc:docChg chg="undo custSel addSld delSld modSld sldOrd">
      <pc:chgData name="Tyrion Bao" userId="86a2b12e41226f78" providerId="LiveId" clId="{BE0B2CE4-1428-496C-ACE6-ADB1F60287EC}" dt="2026-10-02T10:06:02.850" v="2078" actId="20577"/>
      <pc:docMkLst>
        <pc:docMk/>
      </pc:docMkLst>
      <pc:sldChg chg="modSp new mod">
        <pc:chgData name="Tyrion Bao" userId="86a2b12e41226f78" providerId="LiveId" clId="{BE0B2CE4-1428-496C-ACE6-ADB1F60287EC}" dt="2026-10-02T07:45:07.650" v="260" actId="20577"/>
        <pc:sldMkLst>
          <pc:docMk/>
          <pc:sldMk cId="3812720094" sldId="256"/>
        </pc:sldMkLst>
        <pc:spChg chg="mod">
          <ac:chgData name="Tyrion Bao" userId="86a2b12e41226f78" providerId="LiveId" clId="{BE0B2CE4-1428-496C-ACE6-ADB1F60287EC}" dt="2026-10-02T07:42:17.725" v="62" actId="20577"/>
          <ac:spMkLst>
            <pc:docMk/>
            <pc:sldMk cId="3812720094" sldId="256"/>
            <ac:spMk id="2" creationId="{5C3CDEB5-FA04-8CE4-BB0E-200B4F4793EF}"/>
          </ac:spMkLst>
        </pc:spChg>
        <pc:spChg chg="mod">
          <ac:chgData name="Tyrion Bao" userId="86a2b12e41226f78" providerId="LiveId" clId="{BE0B2CE4-1428-496C-ACE6-ADB1F60287EC}" dt="2026-10-02T07:45:07.650" v="260" actId="20577"/>
          <ac:spMkLst>
            <pc:docMk/>
            <pc:sldMk cId="3812720094" sldId="256"/>
            <ac:spMk id="3" creationId="{67663B2F-E293-159D-8671-424CE59DD045}"/>
          </ac:spMkLst>
        </pc:spChg>
      </pc:sldChg>
      <pc:sldChg chg="modSp new mod">
        <pc:chgData name="Tyrion Bao" userId="86a2b12e41226f78" providerId="LiveId" clId="{BE0B2CE4-1428-496C-ACE6-ADB1F60287EC}" dt="2026-10-02T09:57:59.370" v="1746" actId="20577"/>
        <pc:sldMkLst>
          <pc:docMk/>
          <pc:sldMk cId="1637792322" sldId="257"/>
        </pc:sldMkLst>
        <pc:spChg chg="mod">
          <ac:chgData name="Tyrion Bao" userId="86a2b12e41226f78" providerId="LiveId" clId="{BE0B2CE4-1428-496C-ACE6-ADB1F60287EC}" dt="2026-10-02T09:57:59.370" v="1746" actId="20577"/>
          <ac:spMkLst>
            <pc:docMk/>
            <pc:sldMk cId="1637792322" sldId="257"/>
            <ac:spMk id="2" creationId="{EF109D9A-32F0-389A-4734-F58B5C6E3A6A}"/>
          </ac:spMkLst>
        </pc:spChg>
        <pc:spChg chg="mod">
          <ac:chgData name="Tyrion Bao" userId="86a2b12e41226f78" providerId="LiveId" clId="{BE0B2CE4-1428-496C-ACE6-ADB1F60287EC}" dt="2026-10-02T09:23:08.887" v="1743"/>
          <ac:spMkLst>
            <pc:docMk/>
            <pc:sldMk cId="1637792322" sldId="257"/>
            <ac:spMk id="3" creationId="{4010F9DF-5F23-AAB3-E1EA-5ADEE9B77134}"/>
          </ac:spMkLst>
        </pc:spChg>
      </pc:sldChg>
      <pc:sldChg chg="modSp new mod">
        <pc:chgData name="Tyrion Bao" userId="86a2b12e41226f78" providerId="LiveId" clId="{BE0B2CE4-1428-496C-ACE6-ADB1F60287EC}" dt="2026-10-02T07:43:33.165" v="153" actId="20577"/>
        <pc:sldMkLst>
          <pc:docMk/>
          <pc:sldMk cId="2182435635" sldId="258"/>
        </pc:sldMkLst>
        <pc:spChg chg="mod">
          <ac:chgData name="Tyrion Bao" userId="86a2b12e41226f78" providerId="LiveId" clId="{BE0B2CE4-1428-496C-ACE6-ADB1F60287EC}" dt="2026-10-02T07:43:33.165" v="153" actId="20577"/>
          <ac:spMkLst>
            <pc:docMk/>
            <pc:sldMk cId="2182435635" sldId="258"/>
            <ac:spMk id="2" creationId="{5A6A0DDF-6AE1-2597-B37F-5E53B7B0AAAE}"/>
          </ac:spMkLst>
        </pc:spChg>
      </pc:sldChg>
      <pc:sldChg chg="modSp new mod ord">
        <pc:chgData name="Tyrion Bao" userId="86a2b12e41226f78" providerId="LiveId" clId="{BE0B2CE4-1428-496C-ACE6-ADB1F60287EC}" dt="2026-10-02T07:55:28.158" v="1737" actId="20577"/>
        <pc:sldMkLst>
          <pc:docMk/>
          <pc:sldMk cId="3127194409" sldId="259"/>
        </pc:sldMkLst>
        <pc:spChg chg="mod">
          <ac:chgData name="Tyrion Bao" userId="86a2b12e41226f78" providerId="LiveId" clId="{BE0B2CE4-1428-496C-ACE6-ADB1F60287EC}" dt="2026-10-02T07:48:01.668" v="579" actId="20577"/>
          <ac:spMkLst>
            <pc:docMk/>
            <pc:sldMk cId="3127194409" sldId="259"/>
            <ac:spMk id="2" creationId="{1631EA1C-1B4C-8E94-51C2-D8E2E04625BA}"/>
          </ac:spMkLst>
        </pc:spChg>
        <pc:spChg chg="mod">
          <ac:chgData name="Tyrion Bao" userId="86a2b12e41226f78" providerId="LiveId" clId="{BE0B2CE4-1428-496C-ACE6-ADB1F60287EC}" dt="2026-10-02T07:55:28.158" v="1737" actId="20577"/>
          <ac:spMkLst>
            <pc:docMk/>
            <pc:sldMk cId="3127194409" sldId="259"/>
            <ac:spMk id="3" creationId="{D864FF2B-5D3B-E95E-834D-1B30DB2A2B6B}"/>
          </ac:spMkLst>
        </pc:spChg>
      </pc:sldChg>
      <pc:sldChg chg="modSp new mod">
        <pc:chgData name="Tyrion Bao" userId="86a2b12e41226f78" providerId="LiveId" clId="{BE0B2CE4-1428-496C-ACE6-ADB1F60287EC}" dt="2026-10-02T07:43:53.293" v="189" actId="20577"/>
        <pc:sldMkLst>
          <pc:docMk/>
          <pc:sldMk cId="1800488566" sldId="260"/>
        </pc:sldMkLst>
        <pc:spChg chg="mod">
          <ac:chgData name="Tyrion Bao" userId="86a2b12e41226f78" providerId="LiveId" clId="{BE0B2CE4-1428-496C-ACE6-ADB1F60287EC}" dt="2026-10-02T07:43:53.293" v="189" actId="20577"/>
          <ac:spMkLst>
            <pc:docMk/>
            <pc:sldMk cId="1800488566" sldId="260"/>
            <ac:spMk id="2" creationId="{E5D21A7F-E611-6403-5DD1-39BC13FF79DD}"/>
          </ac:spMkLst>
        </pc:spChg>
      </pc:sldChg>
      <pc:sldChg chg="modSp new add del mod">
        <pc:chgData name="Tyrion Bao" userId="86a2b12e41226f78" providerId="LiveId" clId="{BE0B2CE4-1428-496C-ACE6-ADB1F60287EC}" dt="2026-10-02T09:59:00.326" v="1827" actId="20577"/>
        <pc:sldMkLst>
          <pc:docMk/>
          <pc:sldMk cId="3986438202" sldId="261"/>
        </pc:sldMkLst>
        <pc:spChg chg="mod">
          <ac:chgData name="Tyrion Bao" userId="86a2b12e41226f78" providerId="LiveId" clId="{BE0B2CE4-1428-496C-ACE6-ADB1F60287EC}" dt="2026-10-02T09:59:00.326" v="1827" actId="20577"/>
          <ac:spMkLst>
            <pc:docMk/>
            <pc:sldMk cId="3986438202" sldId="261"/>
            <ac:spMk id="2" creationId="{DF18CD9C-0DB6-ED86-B2ED-A5071F21E7C7}"/>
          </ac:spMkLst>
        </pc:spChg>
        <pc:spChg chg="mod">
          <ac:chgData name="Tyrion Bao" userId="86a2b12e41226f78" providerId="LiveId" clId="{BE0B2CE4-1428-496C-ACE6-ADB1F60287EC}" dt="2026-10-02T07:47:20.532" v="517" actId="20577"/>
          <ac:spMkLst>
            <pc:docMk/>
            <pc:sldMk cId="3986438202" sldId="261"/>
            <ac:spMk id="3" creationId="{2413A87A-A300-E5BC-D77E-E5ACD4FA9EBD}"/>
          </ac:spMkLst>
        </pc:spChg>
      </pc:sldChg>
      <pc:sldChg chg="modSp new mod">
        <pc:chgData name="Tyrion Bao" userId="86a2b12e41226f78" providerId="LiveId" clId="{BE0B2CE4-1428-496C-ACE6-ADB1F60287EC}" dt="2026-10-02T10:05:37.055" v="2060" actId="20577"/>
        <pc:sldMkLst>
          <pc:docMk/>
          <pc:sldMk cId="943744701" sldId="262"/>
        </pc:sldMkLst>
        <pc:spChg chg="mod">
          <ac:chgData name="Tyrion Bao" userId="86a2b12e41226f78" providerId="LiveId" clId="{BE0B2CE4-1428-496C-ACE6-ADB1F60287EC}" dt="2026-10-02T10:05:20.945" v="2057" actId="20577"/>
          <ac:spMkLst>
            <pc:docMk/>
            <pc:sldMk cId="943744701" sldId="262"/>
            <ac:spMk id="2" creationId="{95665380-229C-8A34-832A-ED2E12BF40D0}"/>
          </ac:spMkLst>
        </pc:spChg>
        <pc:spChg chg="mod">
          <ac:chgData name="Tyrion Bao" userId="86a2b12e41226f78" providerId="LiveId" clId="{BE0B2CE4-1428-496C-ACE6-ADB1F60287EC}" dt="2026-10-02T10:05:37.055" v="2060" actId="20577"/>
          <ac:spMkLst>
            <pc:docMk/>
            <pc:sldMk cId="943744701" sldId="262"/>
            <ac:spMk id="3" creationId="{1CDD36FB-14EB-E63C-DB13-5B0DFEF0AE1D}"/>
          </ac:spMkLst>
        </pc:spChg>
      </pc:sldChg>
      <pc:sldChg chg="new del">
        <pc:chgData name="Tyrion Bao" userId="86a2b12e41226f78" providerId="LiveId" clId="{BE0B2CE4-1428-496C-ACE6-ADB1F60287EC}" dt="2026-10-02T07:47:55.733" v="561" actId="47"/>
        <pc:sldMkLst>
          <pc:docMk/>
          <pc:sldMk cId="3021130677" sldId="262"/>
        </pc:sldMkLst>
      </pc:sldChg>
      <pc:sldChg chg="modSp new mod">
        <pc:chgData name="Tyrion Bao" userId="86a2b12e41226f78" providerId="LiveId" clId="{BE0B2CE4-1428-496C-ACE6-ADB1F60287EC}" dt="2026-10-02T10:04:59.438" v="2000" actId="20577"/>
        <pc:sldMkLst>
          <pc:docMk/>
          <pc:sldMk cId="1949254824" sldId="263"/>
        </pc:sldMkLst>
        <pc:spChg chg="mod">
          <ac:chgData name="Tyrion Bao" userId="86a2b12e41226f78" providerId="LiveId" clId="{BE0B2CE4-1428-496C-ACE6-ADB1F60287EC}" dt="2026-10-02T10:03:58.819" v="1831" actId="12"/>
          <ac:spMkLst>
            <pc:docMk/>
            <pc:sldMk cId="1949254824" sldId="263"/>
            <ac:spMk id="2" creationId="{9C52CD5E-0479-C15D-685C-53C96A9A2573}"/>
          </ac:spMkLst>
        </pc:spChg>
        <pc:spChg chg="mod">
          <ac:chgData name="Tyrion Bao" userId="86a2b12e41226f78" providerId="LiveId" clId="{BE0B2CE4-1428-496C-ACE6-ADB1F60287EC}" dt="2026-10-02T10:04:59.438" v="2000" actId="20577"/>
          <ac:spMkLst>
            <pc:docMk/>
            <pc:sldMk cId="1949254824" sldId="263"/>
            <ac:spMk id="3" creationId="{76C5F6CF-1048-44CE-5671-5D14C8C22D4E}"/>
          </ac:spMkLst>
        </pc:spChg>
      </pc:sldChg>
      <pc:sldChg chg="new del">
        <pc:chgData name="Tyrion Bao" userId="86a2b12e41226f78" providerId="LiveId" clId="{BE0B2CE4-1428-496C-ACE6-ADB1F60287EC}" dt="2026-10-02T10:05:57.553" v="2063" actId="47"/>
        <pc:sldMkLst>
          <pc:docMk/>
          <pc:sldMk cId="912078732" sldId="264"/>
        </pc:sldMkLst>
      </pc:sldChg>
      <pc:sldChg chg="modSp new mod">
        <pc:chgData name="Tyrion Bao" userId="86a2b12e41226f78" providerId="LiveId" clId="{BE0B2CE4-1428-496C-ACE6-ADB1F60287EC}" dt="2026-10-02T10:06:02.850" v="2078" actId="20577"/>
        <pc:sldMkLst>
          <pc:docMk/>
          <pc:sldMk cId="2396252889" sldId="265"/>
        </pc:sldMkLst>
        <pc:spChg chg="mod">
          <ac:chgData name="Tyrion Bao" userId="86a2b12e41226f78" providerId="LiveId" clId="{BE0B2CE4-1428-496C-ACE6-ADB1F60287EC}" dt="2026-10-02T10:06:02.850" v="2078" actId="20577"/>
          <ac:spMkLst>
            <pc:docMk/>
            <pc:sldMk cId="2396252889" sldId="265"/>
            <ac:spMk id="2" creationId="{493A2EF7-200C-22DA-3C40-B6F90972A17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4F10BB-7931-A5C5-0BFB-62A56F5BFD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D95C0B3-3C16-947A-13FC-FE767B273A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DA60CC-DF0F-51D9-1410-946F91507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0F84E-4F92-482B-9E59-E7E052490FE2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AD3CC9-5A26-1DA1-3E3C-B2A318326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49AD22-1011-AF95-AE8A-893F8B8C0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D6438-5593-42B8-8F05-13D3170F2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166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9452D7-87DE-0AAD-B608-02DC0C84B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000E40-9315-9706-CDED-E7C280D75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125CDD-C6A8-24F1-9BB2-8ED08D660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0F84E-4F92-482B-9E59-E7E052490FE2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D56564-B319-8278-332F-F2940E5BC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12C893-E0B4-4482-98B1-D6A767052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D6438-5593-42B8-8F05-13D3170F2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382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ECFFDC-A691-AB25-C371-C20EED832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9ECE28-7838-2A3B-2978-29E0A5D69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2D87A-D370-DB80-410E-CB0E1CB7B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0F84E-4F92-482B-9E59-E7E052490FE2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67C4F2-77D5-4674-5645-B2B5BAA47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8D9876-66B0-0FA9-6959-C26C2047F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D6438-5593-42B8-8F05-13D3170F2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000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26B937-7B70-FA13-A017-5C93ECB44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E32420-C1C2-994E-2423-C750B86ABA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C70542-94D5-E84C-A012-95443A571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BD2F01-9F51-C542-D15B-E04AC003B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0F84E-4F92-482B-9E59-E7E052490FE2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ECCF00-94BA-E294-E37E-2FE20DEF0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780963-AE8B-B7F3-522D-7907D50AC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D6438-5593-42B8-8F05-13D3170F2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525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C64CC5-2D84-36B2-DB5B-113C8EEE6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F47B66-1BE4-B842-244C-4BA26648D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45C30F3-805A-83F7-2F3F-3099D4600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F1D6352-FB82-0489-2258-DC8B414C3D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9017061-BD3F-4039-BA2F-ECD6C52503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023185F-8CC2-18A5-7825-F09DFD595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0F84E-4F92-482B-9E59-E7E052490FE2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FDD7CC1-8495-526A-CD98-A1BCD3DEB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4B8A851-A1F4-1E19-360F-96DC18EBB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D6438-5593-42B8-8F05-13D3170F2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758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37A03-AFEF-8344-5F80-A308312C2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C1A0ABD-7F32-D850-C0FC-4475D4C38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0F84E-4F92-482B-9E59-E7E052490FE2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9074E27-8A86-872A-9815-0D574A2E5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8426F65-5978-3CA4-7ABD-74087C2F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D6438-5593-42B8-8F05-13D3170F2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362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ED51B7A-463F-630A-A1C9-221B5378C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0F84E-4F92-482B-9E59-E7E052490FE2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C24ACF2-1140-F3F4-CDD7-C291F21C5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09A664-D665-C83E-4979-78BD34819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D6438-5593-42B8-8F05-13D3170F2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660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2BE4E5-E3E2-09FB-E6A9-E754CD922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5F21FD-3A29-EC06-23C9-C22C617FF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C4AB5A-51D4-DADC-AE0C-8518C97E26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F19ACE-9DD6-FC13-1FB4-D8855C6E0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0F84E-4F92-482B-9E59-E7E052490FE2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E35C0A-9132-EF9B-4A0C-E0B3199A9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077AA6-BC58-3372-A97B-8ECC042B3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D6438-5593-42B8-8F05-13D3170F2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282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41DFB4-2127-9742-761A-E37E73939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21D5D82-3A12-B379-B55F-1E8538F535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7647E3-ECAC-51F2-E009-977C06DAB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F60208-0B6B-AE35-23A8-384487BAE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0F84E-4F92-482B-9E59-E7E052490FE2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BF61D1-037F-7FA3-53DA-435581073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9A723A-6B5A-DB42-7B53-D64D8C071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D6438-5593-42B8-8F05-13D3170F2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323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6ADCB9-B974-A381-F260-60382F909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49524D-3533-694B-914C-B8E01500AC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C79089-5114-EF9C-50D6-9CFC2D593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0F84E-4F92-482B-9E59-E7E052490FE2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84DC67-D913-EBF7-7084-98629CD79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EA4A54-9EBA-540A-9D14-91A212F7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D6438-5593-42B8-8F05-13D3170F2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869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BA0BC94-BAE6-B74F-8B2D-9C01A933A6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F40082-117E-6480-AE42-E30A5D266A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2367A2-9E74-8CD1-2717-CE0F9766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0F84E-4F92-482B-9E59-E7E052490FE2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0A408E-D8EF-934D-9327-67B8CE36A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776D6D-F8FB-8CE5-2096-60C772561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D6438-5593-42B8-8F05-13D3170F2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0743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02700B3-D4EC-89C5-36B2-D2D5E625B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96BC56-BB5B-D760-9B0E-648F459A9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7BEA5F-0F28-4DE8-B0A6-B06AE8FBE9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10F84E-4F92-482B-9E59-E7E052490FE2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3C64AF-82C5-8FF4-268F-948E7CE231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06CE05-5103-9ACC-B70F-FF04F2D142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3D6438-5593-42B8-8F05-13D3170F2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283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3CDEB5-FA04-8CE4-BB0E-200B4F4793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Vulkan Engine</a:t>
            </a:r>
            <a:br>
              <a:rPr lang="en-US" altLang="zh-CN" dirty="0"/>
            </a:br>
            <a:r>
              <a:rPr lang="en-US" altLang="zh-CN" dirty="0"/>
              <a:t>Car scene showcase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7663B2F-E293-159D-8671-424CE59DD0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err="1"/>
              <a:t>Thundersoft</a:t>
            </a:r>
            <a:r>
              <a:rPr lang="en-US" altLang="zh-CN" dirty="0"/>
              <a:t> Japan </a:t>
            </a:r>
          </a:p>
          <a:p>
            <a:r>
              <a:rPr lang="en-US" altLang="zh-CN" dirty="0"/>
              <a:t>Tyrion Bao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2720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D21A7F-E611-6403-5DD1-39BC13FF7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Showcase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F254BE-7A07-9156-F598-AEAADA640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0488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09D9A-32F0-389A-4734-F58B5C6E3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High level overview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10F9DF-5F23-AAB3-E1EA-5ADEE9B77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7792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6A0DDF-6AE1-2597-B37F-5E53B7B0A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Core Functionality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57FAFE-46D3-5E6C-7993-DDE70DEF6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435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18CD9C-0DB6-ED86-B2ED-A5071F21E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Detailed Analysis by category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13A87A-A300-E5BC-D77E-E5ACD4FA9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Visual analysis</a:t>
            </a:r>
          </a:p>
          <a:p>
            <a:r>
              <a:rPr lang="en-US" altLang="zh-CN" dirty="0"/>
              <a:t>Performance analysis</a:t>
            </a:r>
          </a:p>
          <a:p>
            <a:r>
              <a:rPr lang="en-US" altLang="zh-CN" dirty="0"/>
              <a:t>Performance analysis</a:t>
            </a:r>
          </a:p>
          <a:p>
            <a:r>
              <a:rPr lang="en-US" altLang="zh-CN" dirty="0"/>
              <a:t>AI potential analysis</a:t>
            </a:r>
          </a:p>
          <a:p>
            <a:r>
              <a:rPr lang="en-US" altLang="zh-CN" dirty="0"/>
              <a:t>Teamwork analysis</a:t>
            </a:r>
          </a:p>
        </p:txBody>
      </p:sp>
    </p:spTree>
    <p:extLst>
      <p:ext uri="{BB962C8B-B14F-4D97-AF65-F5344CB8AC3E}">
        <p14:creationId xmlns:p14="http://schemas.microsoft.com/office/powerpoint/2010/main" val="3986438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52CD5E-0479-C15D-685C-53C96A9A2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Teamwork analysis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C5F6CF-1048-44CE-5671-5D14C8C22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One button click from blender to </a:t>
            </a:r>
            <a:r>
              <a:rPr lang="en-US" altLang="zh-CN" dirty="0" err="1"/>
              <a:t>renderable</a:t>
            </a:r>
            <a:endParaRPr lang="en-US" altLang="zh-CN" dirty="0"/>
          </a:p>
          <a:p>
            <a:r>
              <a:rPr lang="en-US" altLang="zh-CN" dirty="0"/>
              <a:t>AI-native rendering engine</a:t>
            </a:r>
          </a:p>
        </p:txBody>
      </p:sp>
    </p:spTree>
    <p:extLst>
      <p:ext uri="{BB962C8B-B14F-4D97-AF65-F5344CB8AC3E}">
        <p14:creationId xmlns:p14="http://schemas.microsoft.com/office/powerpoint/2010/main" val="1949254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65380-229C-8A34-832A-ED2E12BF4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Other technology I learnt from the experience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DD36FB-14EB-E63C-DB13-5B0DFEF0A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Google Antigravity IDE</a:t>
            </a:r>
          </a:p>
          <a:p>
            <a:r>
              <a:rPr lang="en-US" altLang="zh-CN" dirty="0"/>
              <a:t>MCP for blender/Blender</a:t>
            </a:r>
          </a:p>
          <a:p>
            <a:r>
              <a:rPr lang="en-US" altLang="zh-CN" dirty="0"/>
              <a:t>GLTF file format</a:t>
            </a:r>
          </a:p>
          <a:p>
            <a:r>
              <a:rPr lang="en-US" altLang="zh-CN" dirty="0"/>
              <a:t>Python</a:t>
            </a:r>
          </a:p>
          <a:p>
            <a:r>
              <a:rPr lang="en-US" altLang="zh-CN" dirty="0"/>
              <a:t>Rust</a:t>
            </a:r>
          </a:p>
          <a:p>
            <a:r>
              <a:rPr lang="en-US" altLang="zh-CN" dirty="0"/>
              <a:t>Vulkan rendering backend</a:t>
            </a:r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3744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31EA1C-1B4C-8E94-51C2-D8E2E0462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Personal note in the end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64FF2B-5D3B-E95E-834D-1B30DB2A2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My technical goal is to deeply engage with AI development pipeline while understanding matters from an academic viewpoint so I can perform necessary customization when necessary</a:t>
            </a:r>
          </a:p>
          <a:p>
            <a:r>
              <a:rPr lang="en-US" altLang="zh-CN" dirty="0"/>
              <a:t>My personal career goal will lean to engine optimization or client-facing technical consulting</a:t>
            </a:r>
          </a:p>
          <a:p>
            <a:r>
              <a:rPr lang="en-US" altLang="zh-CN" dirty="0"/>
              <a:t>I define myself as a render engineer who is fully capable of using unity/UE/Kanzi or build customized rendering pipeline to maximize the potential of any hardware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7194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3A2EF7-200C-22DA-3C40-B6F90972A1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Thanks!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FCD6C58-D537-7B4D-F070-8B16911322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6252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142</Words>
  <Application>Microsoft Office PowerPoint</Application>
  <PresentationFormat>宽屏</PresentationFormat>
  <Paragraphs>27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Vulkan Engine Car scene showcase</vt:lpstr>
      <vt:lpstr>Showcase</vt:lpstr>
      <vt:lpstr>High level overview</vt:lpstr>
      <vt:lpstr>Core Functionality</vt:lpstr>
      <vt:lpstr>Detailed Analysis by category</vt:lpstr>
      <vt:lpstr>Teamwork analysis</vt:lpstr>
      <vt:lpstr>Other technology I learnt from the experience</vt:lpstr>
      <vt:lpstr>Personal note in the end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Tyrion Bao</dc:creator>
  <cp:lastModifiedBy>Tyrion Bao</cp:lastModifiedBy>
  <cp:revision>1</cp:revision>
  <dcterms:created xsi:type="dcterms:W3CDTF">2026-10-02T07:39:55Z</dcterms:created>
  <dcterms:modified xsi:type="dcterms:W3CDTF">2026-10-02T10:06:05Z</dcterms:modified>
</cp:coreProperties>
</file>